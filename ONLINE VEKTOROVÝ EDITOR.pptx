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1" r:id="rId8"/>
    <p:sldId id="266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sk-SK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1242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6816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sk-SK"/>
          </a:p>
        </p:txBody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19310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4453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2426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1477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9430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sk-S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483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028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3918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6210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sk-S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CB6BC9-5FCD-4810-AF9C-7BE8CA0C78A8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07BD6A0-8E4D-44B2-B6EF-2A89881F51A2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0207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353982-9C73-04D7-0214-F34898449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ONLINE VEKTOROV</a:t>
            </a:r>
            <a:r>
              <a:rPr lang="sk-SK" sz="6600" b="1" dirty="0"/>
              <a:t>Ý EDITOR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5D5A4FD-D3DD-066B-73CC-25A0FAD45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706" y="4385729"/>
            <a:ext cx="9070848" cy="457201"/>
          </a:xfrm>
        </p:spPr>
        <p:txBody>
          <a:bodyPr>
            <a:noAutofit/>
          </a:bodyPr>
          <a:lstStyle/>
          <a:p>
            <a:r>
              <a:rPr lang="sk-SK" sz="2500" dirty="0"/>
              <a:t>Lucia </a:t>
            </a:r>
            <a:r>
              <a:rPr lang="sk-SK" sz="2500" dirty="0" err="1"/>
              <a:t>Benovicsová</a:t>
            </a:r>
            <a:endParaRPr lang="sk-SK" sz="2500" dirty="0"/>
          </a:p>
          <a:p>
            <a:r>
              <a:rPr lang="sk-SK" sz="2500" dirty="0"/>
              <a:t>Školiteľ: </a:t>
            </a:r>
            <a:r>
              <a:rPr lang="pl-PL" sz="2500" dirty="0"/>
              <a:t>doc. PaedDr. Monika Tomcsányiová, PhD.</a:t>
            </a:r>
          </a:p>
          <a:p>
            <a:endParaRPr lang="sk-SK" sz="2500" dirty="0"/>
          </a:p>
        </p:txBody>
      </p:sp>
    </p:spTree>
    <p:extLst>
      <p:ext uri="{BB962C8B-B14F-4D97-AF65-F5344CB8AC3E}">
        <p14:creationId xmlns:p14="http://schemas.microsoft.com/office/powerpoint/2010/main" val="307042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CB77DC-69AB-5920-0973-EF5F8AD1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Ciele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A4BDC29-E761-D4B2-B65D-82661C52A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kreslenie geometrických útvarov</a:t>
            </a:r>
          </a:p>
          <a:p>
            <a:r>
              <a:rPr lang="sk-SK" dirty="0"/>
              <a:t>úprava tvarov ťahaním bodov</a:t>
            </a:r>
          </a:p>
          <a:p>
            <a:r>
              <a:rPr lang="sk-SK" dirty="0"/>
              <a:t>Vrstvy</a:t>
            </a:r>
          </a:p>
          <a:p>
            <a:r>
              <a:rPr lang="sk-SK" dirty="0"/>
              <a:t>import/export do vektorového formátu</a:t>
            </a:r>
          </a:p>
          <a:p>
            <a:r>
              <a:rPr lang="sk-SK" dirty="0"/>
              <a:t>intuitívne UI pre deti</a:t>
            </a:r>
          </a:p>
          <a:p>
            <a:r>
              <a:rPr lang="sk-SK" dirty="0"/>
              <a:t>Zdieľané kreslenie</a:t>
            </a:r>
          </a:p>
          <a:p>
            <a:r>
              <a:rPr lang="sk-SK" b="1" dirty="0"/>
              <a:t>testovanie so žiakmi pomocou DBR</a:t>
            </a:r>
          </a:p>
        </p:txBody>
      </p:sp>
    </p:spTree>
    <p:extLst>
      <p:ext uri="{BB962C8B-B14F-4D97-AF65-F5344CB8AC3E}">
        <p14:creationId xmlns:p14="http://schemas.microsoft.com/office/powerpoint/2010/main" val="80157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CF487-7C6E-18CB-E3B4-6ECC28BB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Analýza existujúcich riešení</a:t>
            </a:r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69A3794D-9F63-2316-E410-01B8CEA6E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7958" y="2014194"/>
            <a:ext cx="3065150" cy="3932237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EBBB51E6-9D1E-ECC3-CBD7-90A14DAC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014194"/>
            <a:ext cx="4509201" cy="3754905"/>
          </a:xfrm>
          <a:prstGeom prst="rect">
            <a:avLst/>
          </a:prstGeom>
        </p:spPr>
      </p:pic>
      <p:sp>
        <p:nvSpPr>
          <p:cNvPr id="9" name="BlokTextu 8">
            <a:extLst>
              <a:ext uri="{FF2B5EF4-FFF2-40B4-BE49-F238E27FC236}">
                <a16:creationId xmlns:a16="http://schemas.microsoft.com/office/drawing/2014/main" id="{FC554184-EA7B-AC98-CDE6-7AE1B21DF03B}"/>
              </a:ext>
            </a:extLst>
          </p:cNvPr>
          <p:cNvSpPr txBox="1"/>
          <p:nvPr/>
        </p:nvSpPr>
        <p:spPr>
          <a:xfrm>
            <a:off x="1797400" y="5769099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/>
              <a:t>https://scratch.mit.edu/</a:t>
            </a:r>
            <a:endParaRPr lang="sk-SK" dirty="0"/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E1AA8E72-0454-A172-6060-44E6D9A723D9}"/>
              </a:ext>
            </a:extLst>
          </p:cNvPr>
          <p:cNvSpPr txBox="1"/>
          <p:nvPr/>
        </p:nvSpPr>
        <p:spPr>
          <a:xfrm>
            <a:off x="7103533" y="5946431"/>
            <a:ext cx="314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/>
              <a:t>https://excalidraw.com/</a:t>
            </a:r>
          </a:p>
        </p:txBody>
      </p:sp>
    </p:spTree>
    <p:extLst>
      <p:ext uri="{BB962C8B-B14F-4D97-AF65-F5344CB8AC3E}">
        <p14:creationId xmlns:p14="http://schemas.microsoft.com/office/powerpoint/2010/main" val="313496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DF0D49-4F02-F542-EC46-C1EED62B4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Design-</a:t>
            </a:r>
            <a:r>
              <a:rPr lang="sk-SK" dirty="0" err="1"/>
              <a:t>Based</a:t>
            </a:r>
            <a:r>
              <a:rPr lang="sk-SK" dirty="0"/>
              <a:t> </a:t>
            </a:r>
            <a:r>
              <a:rPr lang="sk-SK" dirty="0" err="1"/>
              <a:t>Research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6E755D-7519-F363-C73F-C5811862D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2400" dirty="0"/>
              <a:t>Design-</a:t>
            </a:r>
            <a:r>
              <a:rPr lang="sk-SK" sz="2400" dirty="0" err="1"/>
              <a:t>Based</a:t>
            </a:r>
            <a:r>
              <a:rPr lang="sk-SK" sz="2400" dirty="0"/>
              <a:t> </a:t>
            </a:r>
            <a:r>
              <a:rPr lang="sk-SK" sz="2400" dirty="0" err="1"/>
              <a:t>Research</a:t>
            </a:r>
            <a:r>
              <a:rPr lang="sk-SK" sz="2400" dirty="0"/>
              <a:t> (2021) </a:t>
            </a:r>
          </a:p>
          <a:p>
            <a:pPr lvl="1"/>
            <a:r>
              <a:rPr lang="sk-SK" sz="2000" dirty="0"/>
              <a:t>Autori: </a:t>
            </a:r>
            <a:r>
              <a:rPr lang="en-US" sz="2000" dirty="0"/>
              <a:t>Armstrong M., Dopp C., Welsh J.</a:t>
            </a:r>
            <a:endParaRPr lang="sk-SK" sz="2000" dirty="0"/>
          </a:p>
          <a:p>
            <a:pPr lvl="1"/>
            <a:endParaRPr lang="sk-SK" sz="2000" dirty="0"/>
          </a:p>
          <a:p>
            <a:r>
              <a:rPr lang="en-US" sz="2400" dirty="0"/>
              <a:t>Design-Based Research: Putting a Stake in the Ground</a:t>
            </a:r>
            <a:r>
              <a:rPr lang="sk-SK" sz="2400" dirty="0"/>
              <a:t> (2004)</a:t>
            </a:r>
          </a:p>
          <a:p>
            <a:pPr lvl="1"/>
            <a:r>
              <a:rPr lang="sk-SK" sz="2000" dirty="0"/>
              <a:t>Autori: </a:t>
            </a:r>
            <a:r>
              <a:rPr lang="it-IT" sz="2000" dirty="0"/>
              <a:t>Sasha A. Barab, Kurt Squire</a:t>
            </a:r>
            <a:endParaRPr lang="sk-SK" sz="2000" dirty="0"/>
          </a:p>
          <a:p>
            <a:pPr lvl="1"/>
            <a:endParaRPr lang="sk-SK" sz="2000" dirty="0"/>
          </a:p>
          <a:p>
            <a:r>
              <a:rPr lang="en-US" sz="2400" dirty="0"/>
              <a:t>An introduction to Design-based Research in TEL</a:t>
            </a:r>
            <a:endParaRPr lang="sk-SK" sz="2400" dirty="0"/>
          </a:p>
          <a:p>
            <a:pPr lvl="1"/>
            <a:r>
              <a:rPr lang="sk-SK" sz="2000" dirty="0"/>
              <a:t>Autori: </a:t>
            </a:r>
            <a:r>
              <a:rPr lang="sk-SK" sz="2000" i="1" dirty="0"/>
              <a:t>L. </a:t>
            </a:r>
            <a:r>
              <a:rPr lang="sk-SK" sz="2000" i="1" dirty="0" err="1"/>
              <a:t>Sousa</a:t>
            </a:r>
            <a:r>
              <a:rPr lang="sk-SK" sz="2000" i="1" dirty="0"/>
              <a:t>, L. Pedro, C. </a:t>
            </a:r>
            <a:r>
              <a:rPr lang="sk-SK" sz="2000" i="1" dirty="0" err="1"/>
              <a:t>Santos</a:t>
            </a:r>
            <a:endParaRPr lang="sk-SK" sz="2000" dirty="0"/>
          </a:p>
          <a:p>
            <a:pPr lvl="1"/>
            <a:endParaRPr lang="sk-SK" sz="2000" dirty="0"/>
          </a:p>
          <a:p>
            <a:pPr marL="274320" lvl="1" indent="0">
              <a:buNone/>
            </a:pPr>
            <a:endParaRPr lang="sk-SK" sz="2000" dirty="0"/>
          </a:p>
          <a:p>
            <a:pPr marL="274320" lvl="1" indent="0">
              <a:buNone/>
            </a:pPr>
            <a:endParaRPr lang="sk-SK" sz="2000" dirty="0"/>
          </a:p>
          <a:p>
            <a:pPr marL="274320" lvl="1" indent="0">
              <a:buNone/>
            </a:pPr>
            <a:endParaRPr lang="sk-SK" sz="2000" dirty="0"/>
          </a:p>
          <a:p>
            <a:pPr marL="274320" lvl="1" indent="0">
              <a:buNone/>
            </a:pPr>
            <a:endParaRPr lang="sk-SK" sz="2000" dirty="0"/>
          </a:p>
          <a:p>
            <a:pPr lvl="1"/>
            <a:endParaRPr lang="sk-SK" sz="2000" dirty="0"/>
          </a:p>
          <a:p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177266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A1CF-5CE1-A6C8-D427-1D1FCBD7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182386-1A0B-230B-04EE-263518F0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727626"/>
            <a:ext cx="4602152" cy="1718225"/>
          </a:xfrm>
        </p:spPr>
        <p:txBody>
          <a:bodyPr>
            <a:normAutofit/>
          </a:bodyPr>
          <a:lstStyle/>
          <a:p>
            <a:r>
              <a:rPr lang="sk-SK"/>
              <a:t>Design-Based Research</a:t>
            </a:r>
            <a:endParaRPr lang="sk-SK" dirty="0"/>
          </a:p>
        </p:txBody>
      </p:sp>
      <p:sp>
        <p:nvSpPr>
          <p:cNvPr id="1034" name="Rectangle 1030">
            <a:extLst>
              <a:ext uri="{FF2B5EF4-FFF2-40B4-BE49-F238E27FC236}">
                <a16:creationId xmlns:a16="http://schemas.microsoft.com/office/drawing/2014/main" id="{43047B46-4F2F-4746-8B82-B30EAAAE0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3443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54E8A8E-D194-4D55-92A3-6B0799722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024" y="253548"/>
            <a:ext cx="5851795" cy="6384816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sk-SK"/>
          </a:p>
        </p:txBody>
      </p:sp>
      <p:pic>
        <p:nvPicPr>
          <p:cNvPr id="1026" name="Picture 2" descr="Two Perspectives on Design-Based Research | Talking About Design">
            <a:extLst>
              <a:ext uri="{FF2B5EF4-FFF2-40B4-BE49-F238E27FC236}">
                <a16:creationId xmlns:a16="http://schemas.microsoft.com/office/drawing/2014/main" id="{E975BBF6-C0C9-65DB-9067-4E3A149065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4" r="-130"/>
          <a:stretch>
            <a:fillRect/>
          </a:stretch>
        </p:blipFill>
        <p:spPr bwMode="auto">
          <a:xfrm>
            <a:off x="224186" y="1845000"/>
            <a:ext cx="5870633" cy="326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0875CB-F183-00FC-CAED-EDCC2F55A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137" y="2538919"/>
            <a:ext cx="4602152" cy="3596880"/>
          </a:xfrm>
        </p:spPr>
        <p:txBody>
          <a:bodyPr>
            <a:normAutofit/>
          </a:bodyPr>
          <a:lstStyle/>
          <a:p>
            <a:r>
              <a:rPr lang="sk-SK" dirty="0"/>
              <a:t>vývoj riešení v reálnom vzdelávacom prostredí</a:t>
            </a:r>
          </a:p>
          <a:p>
            <a:r>
              <a:rPr lang="sk-SK" dirty="0"/>
              <a:t>Výskumník aktívne navrhuje, testuje a upravuje riešenie</a:t>
            </a:r>
          </a:p>
          <a:p>
            <a:r>
              <a:rPr lang="sk-SK" dirty="0"/>
              <a:t>Žiaci a učitelia vystupujú ako spoluúčastníci vývoja</a:t>
            </a:r>
          </a:p>
          <a:p>
            <a:r>
              <a:rPr lang="sk-SK" dirty="0"/>
              <a:t>analýza → návrh → implementácia → testovanie → úprava</a:t>
            </a:r>
          </a:p>
          <a:p>
            <a:r>
              <a:rPr lang="sk-SK" dirty="0"/>
              <a:t>editor bude testovaný so žiakmi a upravovaný podľa ich spätnej väzby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6177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54C12D-AF10-387F-5FAE-E0C020B5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Písomná práca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C11239-C0D1-831B-C969-E470CB4BD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3EDFB394-2B01-E77C-FD95-2D946B98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365" y="1803208"/>
            <a:ext cx="3811476" cy="4520454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A70B093C-33C8-051F-DB1E-D8ABF72F9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160" y="822960"/>
            <a:ext cx="4450080" cy="550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7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D0175E-FCA1-2374-07C8-C318CB30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Návrh riešenia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2BED040-5432-4A21-6093-D3F18CBB1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Webová aplikácia</a:t>
            </a:r>
          </a:p>
          <a:p>
            <a:r>
              <a:rPr lang="sk-SK" dirty="0"/>
              <a:t>Zdieľané miestnosti</a:t>
            </a:r>
          </a:p>
          <a:p>
            <a:r>
              <a:rPr lang="sk-SK" dirty="0"/>
              <a:t>Klient-server architektúra</a:t>
            </a:r>
          </a:p>
          <a:p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B8E22DD-3F6F-AC18-785F-D2D32532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359" y="2479040"/>
            <a:ext cx="7370785" cy="385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3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97BFC9-85E4-C7D0-B993-451285AB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Použité technológie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6822E7F-D291-9980-3258-AD93B7821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b="1" dirty="0" err="1"/>
              <a:t>React</a:t>
            </a:r>
            <a:r>
              <a:rPr lang="sk-SK" dirty="0"/>
              <a:t> – tvorba používateľského rozhrania </a:t>
            </a:r>
          </a:p>
          <a:p>
            <a:r>
              <a:rPr lang="sk-SK" b="1" dirty="0"/>
              <a:t>Vite</a:t>
            </a:r>
            <a:r>
              <a:rPr lang="sk-SK" dirty="0"/>
              <a:t> – vývojové prostredie a spúšťanie </a:t>
            </a:r>
            <a:r>
              <a:rPr lang="sk-SK" dirty="0" err="1"/>
              <a:t>frontendovej</a:t>
            </a:r>
            <a:r>
              <a:rPr lang="sk-SK" dirty="0"/>
              <a:t> aplikácie</a:t>
            </a:r>
          </a:p>
          <a:p>
            <a:r>
              <a:rPr lang="sk-SK" b="1" dirty="0"/>
              <a:t>SVG</a:t>
            </a:r>
            <a:r>
              <a:rPr lang="sk-SK" dirty="0"/>
              <a:t> – vykresľovanie vektorových objektov na kresliacej ploche</a:t>
            </a:r>
          </a:p>
          <a:p>
            <a:r>
              <a:rPr lang="sk-SK" b="1" dirty="0"/>
              <a:t>Node.js</a:t>
            </a:r>
            <a:r>
              <a:rPr lang="sk-SK" dirty="0"/>
              <a:t> – </a:t>
            </a:r>
            <a:r>
              <a:rPr lang="sk-SK" dirty="0" err="1"/>
              <a:t>backendový</a:t>
            </a:r>
            <a:r>
              <a:rPr lang="sk-SK" dirty="0"/>
              <a:t> server pre </a:t>
            </a:r>
            <a:r>
              <a:rPr lang="sk-SK" dirty="0" err="1"/>
              <a:t>realtime</a:t>
            </a:r>
            <a:r>
              <a:rPr lang="sk-SK" dirty="0"/>
              <a:t> komunikáciu</a:t>
            </a:r>
          </a:p>
          <a:p>
            <a:r>
              <a:rPr lang="sk-SK" b="1" dirty="0"/>
              <a:t>Express.js</a:t>
            </a:r>
            <a:r>
              <a:rPr lang="sk-SK" dirty="0"/>
              <a:t> – základná serverová vrstva</a:t>
            </a:r>
          </a:p>
          <a:p>
            <a:r>
              <a:rPr lang="sk-SK" b="1" dirty="0"/>
              <a:t>Socket.IO </a:t>
            </a:r>
            <a:r>
              <a:rPr lang="sk-SK" dirty="0"/>
              <a:t>– </a:t>
            </a:r>
            <a:r>
              <a:rPr lang="sk-SK" dirty="0" err="1"/>
              <a:t>WebSocket</a:t>
            </a:r>
            <a:r>
              <a:rPr lang="sk-SK" dirty="0"/>
              <a:t> komunikácia medzi klientmi a serverom</a:t>
            </a:r>
          </a:p>
          <a:p>
            <a:r>
              <a:rPr lang="sk-SK" b="1" dirty="0"/>
              <a:t>JavaScript</a:t>
            </a:r>
            <a:r>
              <a:rPr lang="sk-SK" dirty="0"/>
              <a:t> – implementácia aplikačnej logiky</a:t>
            </a:r>
          </a:p>
          <a:p>
            <a:r>
              <a:rPr lang="sk-SK" b="1" dirty="0"/>
              <a:t>CSS</a:t>
            </a:r>
            <a:r>
              <a:rPr lang="sk-SK" dirty="0"/>
              <a:t> – </a:t>
            </a:r>
            <a:r>
              <a:rPr lang="sk-SK" dirty="0" err="1"/>
              <a:t>štýlovanie</a:t>
            </a:r>
            <a:r>
              <a:rPr lang="sk-SK" dirty="0"/>
              <a:t> používateľského rozhrania</a:t>
            </a:r>
          </a:p>
        </p:txBody>
      </p:sp>
    </p:spTree>
    <p:extLst>
      <p:ext uri="{BB962C8B-B14F-4D97-AF65-F5344CB8AC3E}">
        <p14:creationId xmlns:p14="http://schemas.microsoft.com/office/powerpoint/2010/main" val="224619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8E30DB-9DC1-6CCE-C396-5B587C1E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Aktuálny stav implementácie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79AD7A-DB97-0C8D-9F0B-B15F960A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Funkčný prototyp vektorového editora</a:t>
            </a:r>
          </a:p>
          <a:p>
            <a:r>
              <a:rPr lang="sk-SK" dirty="0"/>
              <a:t>Vytvorenie miestnosti so 4-ciferným ID</a:t>
            </a:r>
          </a:p>
          <a:p>
            <a:r>
              <a:rPr lang="sk-SK" dirty="0"/>
              <a:t>Pripojenie používateľa podľa ID miestnosti</a:t>
            </a:r>
          </a:p>
          <a:p>
            <a:r>
              <a:rPr lang="sk-SK" dirty="0" err="1"/>
              <a:t>Realtime</a:t>
            </a:r>
            <a:r>
              <a:rPr lang="sk-SK" dirty="0"/>
              <a:t> synchronizácia</a:t>
            </a:r>
          </a:p>
        </p:txBody>
      </p:sp>
    </p:spTree>
    <p:extLst>
      <p:ext uri="{BB962C8B-B14F-4D97-AF65-F5344CB8AC3E}">
        <p14:creationId xmlns:p14="http://schemas.microsoft.com/office/powerpoint/2010/main" val="368044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ACC0C0-5D40-3A69-C7A5-F06A9387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/>
              <a:t>Plán výskumu (DBR)</a:t>
            </a:r>
          </a:p>
        </p:txBody>
      </p:sp>
      <p:pic>
        <p:nvPicPr>
          <p:cNvPr id="2050" name="Picture 2" descr="Design-based research: Connecting theory and practice in pharmacy  educational intervention research - ScienceDirect">
            <a:extLst>
              <a:ext uri="{FF2B5EF4-FFF2-40B4-BE49-F238E27FC236}">
                <a16:creationId xmlns:a16="http://schemas.microsoft.com/office/drawing/2014/main" id="{48A3AE31-7579-F628-1FDC-8001ECEA48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58" y="1952909"/>
            <a:ext cx="7848083" cy="450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66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6C0842-17B9-C029-F5EF-B60BA04A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Plán ďalších úloh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1632338-E590-351F-1586-89FB747D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k-SK" dirty="0"/>
              <a:t>Zobrazenie kurzorov ostatných používateľov</a:t>
            </a:r>
          </a:p>
          <a:p>
            <a:r>
              <a:rPr lang="sk-SK" dirty="0"/>
              <a:t>Riešenie kolízií</a:t>
            </a:r>
          </a:p>
          <a:p>
            <a:r>
              <a:rPr lang="sk-SK" dirty="0"/>
              <a:t>Používateľské mená alebo prezývky v miestnosti</a:t>
            </a:r>
          </a:p>
          <a:p>
            <a:r>
              <a:rPr lang="sk-SK" dirty="0"/>
              <a:t>Lepšia správa miestností</a:t>
            </a:r>
          </a:p>
          <a:p>
            <a:r>
              <a:rPr lang="sk-SK" dirty="0"/>
              <a:t>Indikátor pripojených používateľov v miestnosti</a:t>
            </a:r>
          </a:p>
          <a:p>
            <a:r>
              <a:rPr lang="sk-SK" dirty="0"/>
              <a:t>Automatické ukladanie rozpracovaného projektu</a:t>
            </a:r>
          </a:p>
          <a:p>
            <a:r>
              <a:rPr lang="sk-SK" dirty="0"/>
              <a:t>Nasadenie aplikácie online, aby fungovala aj mimo lokálnej siete</a:t>
            </a:r>
          </a:p>
          <a:p>
            <a:r>
              <a:rPr lang="sk-SK" dirty="0"/>
              <a:t>Príprava testovacích úloh</a:t>
            </a:r>
          </a:p>
          <a:p>
            <a:r>
              <a:rPr lang="sk-SK" dirty="0"/>
              <a:t>Priebežné testovanie a úprava implementácie</a:t>
            </a:r>
          </a:p>
          <a:p>
            <a:r>
              <a:rPr lang="sk-SK" dirty="0"/>
              <a:t>Písanie písomnej práce</a:t>
            </a:r>
          </a:p>
          <a:p>
            <a:r>
              <a:rPr lang="sk-SK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294849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ED5948-626C-F217-78C8-B87C1F6D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Ďakujem za</a:t>
            </a:r>
            <a:br>
              <a:rPr lang="sk-SK" dirty="0"/>
            </a:br>
            <a:r>
              <a:rPr lang="sk-SK" dirty="0"/>
              <a:t>pozornosť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D9A1D22-9DA6-DE96-392E-897641F99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39550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3072</TotalTime>
  <Words>309</Words>
  <Application>Microsoft Office PowerPoint</Application>
  <PresentationFormat>Širokouhlá</PresentationFormat>
  <Paragraphs>67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Garamond</vt:lpstr>
      <vt:lpstr>Savon</vt:lpstr>
      <vt:lpstr>ONLINE VEKTOROVÝ EDITOR</vt:lpstr>
      <vt:lpstr>Ciele práce</vt:lpstr>
      <vt:lpstr>Analýza existujúcich riešení</vt:lpstr>
      <vt:lpstr>Design-Based Research</vt:lpstr>
      <vt:lpstr>Design-Based Research</vt:lpstr>
      <vt:lpstr>Písomná práca</vt:lpstr>
      <vt:lpstr>Návrh riešenia</vt:lpstr>
      <vt:lpstr>Použité technológie</vt:lpstr>
      <vt:lpstr>Aktuálny stav implementácie</vt:lpstr>
      <vt:lpstr>Plán výskumu (DBR)</vt:lpstr>
      <vt:lpstr>Plán ďalších úloh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lucka benovicsova</dc:creator>
  <cp:lastModifiedBy>lucka benovicsova</cp:lastModifiedBy>
  <cp:revision>4</cp:revision>
  <dcterms:created xsi:type="dcterms:W3CDTF">2026-05-08T20:48:34Z</dcterms:created>
  <dcterms:modified xsi:type="dcterms:W3CDTF">2026-05-14T08:35:36Z</dcterms:modified>
</cp:coreProperties>
</file>